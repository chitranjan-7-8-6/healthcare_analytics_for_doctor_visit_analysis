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8"/>
  </p:notesMasterIdLst>
  <p:handoutMasterIdLst>
    <p:handoutMasterId r:id="rId19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3" r:id="rId13"/>
    <p:sldId id="344" r:id="rId14"/>
    <p:sldId id="342" r:id="rId15"/>
    <p:sldId id="345" r:id="rId16"/>
    <p:sldId id="30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95" d="100"/>
          <a:sy n="95" d="100"/>
        </p:scale>
        <p:origin x="-110" y="250"/>
      </p:cViewPr>
      <p:guideLst>
        <p:guide orient="horz" pos="1968"/>
        <p:guide orient="horz" pos="3912"/>
        <p:guide orient="horz" pos="1656"/>
        <p:guide pos="408"/>
        <p:guide pos="7272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=""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=""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=""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=""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=""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=""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=""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=""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=""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=""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=""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=""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=""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=""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=""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=""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=""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=""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=""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=""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=""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=""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=""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=""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=""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=""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=""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=""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=""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=""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=""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=""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=""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014" y="2446708"/>
            <a:ext cx="4998720" cy="978567"/>
          </a:xfrm>
          <a:ln w="1905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b="1" dirty="0" smtClean="0"/>
              <a:t>Healthcare Analytics for Doctor Visits</a:t>
            </a:r>
            <a:endParaRPr lang="en-IN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=""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96672" y="3652343"/>
            <a:ext cx="7292110" cy="646331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Name :</a:t>
            </a:r>
            <a:r>
              <a:rPr lang="en-US" dirty="0" smtClean="0"/>
              <a:t> </a:t>
            </a:r>
            <a:r>
              <a:rPr lang="en-US" dirty="0" err="1" smtClean="0"/>
              <a:t>Chitranjan</a:t>
            </a:r>
            <a:r>
              <a:rPr lang="en-US" dirty="0" smtClean="0"/>
              <a:t> </a:t>
            </a:r>
            <a:r>
              <a:rPr lang="en-US" dirty="0" err="1" smtClean="0"/>
              <a:t>Vishwakarma</a:t>
            </a:r>
            <a:endParaRPr lang="en-US" dirty="0" smtClean="0"/>
          </a:p>
          <a:p>
            <a:r>
              <a:rPr lang="en-US" b="1" dirty="0" smtClean="0"/>
              <a:t>College Name :</a:t>
            </a:r>
            <a:r>
              <a:rPr lang="en-US" dirty="0" smtClean="0"/>
              <a:t> Sri Ram </a:t>
            </a:r>
            <a:r>
              <a:rPr lang="en-US" dirty="0" err="1" smtClean="0"/>
              <a:t>Kishun</a:t>
            </a:r>
            <a:r>
              <a:rPr lang="en-US" dirty="0" smtClean="0"/>
              <a:t> P.G College </a:t>
            </a:r>
            <a:r>
              <a:rPr lang="en-US" dirty="0" err="1" smtClean="0"/>
              <a:t>Gokul</a:t>
            </a:r>
            <a:r>
              <a:rPr lang="en-US" dirty="0" smtClean="0"/>
              <a:t>, </a:t>
            </a:r>
            <a:r>
              <a:rPr lang="en-US" dirty="0" err="1" smtClean="0"/>
              <a:t>Karsada</a:t>
            </a:r>
            <a:r>
              <a:rPr lang="en-US" dirty="0" smtClean="0"/>
              <a:t>, Varanasi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7F04107-8754-E47D-3375-529E689711FA}"/>
              </a:ext>
            </a:extLst>
          </p:cNvPr>
          <p:cNvSpPr txBox="1"/>
          <p:nvPr/>
        </p:nvSpPr>
        <p:spPr>
          <a:xfrm>
            <a:off x="3996672" y="4531364"/>
            <a:ext cx="5429654" cy="369332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STU6a6aca966acaf1785383574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2109537"/>
            <a:ext cx="6421120" cy="3553326"/>
          </a:xfrm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dirty="0"/>
              <a:t>Reactive planning: </a:t>
            </a:r>
            <a:r>
              <a:rPr sz="1500" b="0" dirty="0"/>
              <a:t>hospitals and insurers rarely know in advance which patients are likely to need frequent doctor visits.</a:t>
            </a:r>
            <a:endParaRPr lang="en-IN" sz="2800" dirty="0"/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dirty="0"/>
              <a:t>No data-backed staffing: </a:t>
            </a:r>
            <a:r>
              <a:rPr sz="1500" b="0" dirty="0"/>
              <a:t>clinics plan staff and resources without a clear picture of what drives patient footfall.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dirty="0"/>
              <a:t>Unclear risk factors: </a:t>
            </a:r>
            <a:r>
              <a:rPr sz="1500" b="0" dirty="0"/>
              <a:t>it isn't obvious how age, income, illness or insurance status combine to affect visit frequency.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dirty="0"/>
              <a:t>The ask: </a:t>
            </a:r>
            <a:r>
              <a:rPr sz="1500" b="0" dirty="0"/>
              <a:t>analyze healthcare survey data to find what actually predicts doctor visits, so decisions can be proactive.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623" y="879280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r>
              <a:rPr lang="en-GB" dirty="0" smtClean="0"/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0399" y="1875556"/>
            <a:ext cx="9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dirty="0"/>
              <a:t>For this project I worked with a real healthcare survey dataset covering 5,190 patients — how many times each one visited a doctor over a 2-week period, along with their age, gender, income, illness severity, chronic condition status and health insurance details.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endParaRPr sz="1800" dirty="0"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dirty="0"/>
              <a:t>I went through the complete data analytics workflow: cleaning the raw data, exploring it visually, running statistical tests (t-test, chi-square) to check which differences were actually significant, and then building two different predictive models — a Poisson Regression and a Random Forest — to figure out what really drives doctor visits.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endParaRPr sz="1800" dirty="0"/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800" dirty="0"/>
              <a:t>The end goal was to turn this raw survey data into insights a hospital, clinic or insurance company could actually use for planning.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800" b="1"/>
              <a:t>Hospitals &amp; clinics — </a:t>
            </a:r>
            <a:r>
              <a:rPr sz="1800" b="0"/>
              <a:t>to plan staffing and resources around expected patient inflow.</a:t>
            </a:r>
            <a:endParaRPr lang="en-IN" sz="3600" dirty="0"/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800" b="1"/>
              <a:t>Health insurance companies — </a:t>
            </a:r>
            <a:r>
              <a:rPr sz="1800" b="0"/>
              <a:t>to design fairer premiums and targeted plans for high-risk groups such as the elderly and chronically ill.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800" b="1"/>
              <a:t>Public health policymakers — </a:t>
            </a:r>
            <a:r>
              <a:rPr sz="1800" b="0"/>
              <a:t>to plan awareness and preventive-care campaigns, especially for the ~80% of people who never visit a doctor.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800" b="1"/>
              <a:t>Data analytics students/researchers — </a:t>
            </a:r>
            <a:r>
              <a:rPr sz="1800" b="0"/>
              <a:t>as a reference for applying regression and machine learning models to healthcare survey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39516" y="1588168"/>
            <a:ext cx="8078804" cy="4805280"/>
          </a:xfrm>
        </p:spPr>
        <p:txBody>
          <a:bodyPr wrap="square"/>
          <a:lstStyle/>
          <a:p>
            <a:pPr lvl="1" algn="l">
              <a:lnSpc>
                <a:spcPct val="115000"/>
              </a:lnSpc>
              <a:spcAft>
                <a:spcPts val="800"/>
              </a:spcAft>
            </a:pPr>
            <a:r>
              <a:rPr sz="1600" b="1" dirty="0"/>
              <a:t>Python (pandas, </a:t>
            </a:r>
            <a:r>
              <a:rPr sz="1600" b="1" dirty="0" err="1"/>
              <a:t>NumPy</a:t>
            </a:r>
            <a:r>
              <a:rPr sz="1600" b="1" dirty="0"/>
              <a:t>) — </a:t>
            </a:r>
            <a:r>
              <a:rPr sz="1600" b="0" dirty="0"/>
              <a:t>data loading, cleaning and manipulation</a:t>
            </a:r>
            <a:endParaRPr lang="en-IN" dirty="0"/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dirty="0" err="1"/>
              <a:t>Matplotlib</a:t>
            </a:r>
            <a:r>
              <a:rPr sz="1600" b="1" dirty="0"/>
              <a:t> &amp; </a:t>
            </a:r>
            <a:r>
              <a:rPr sz="1600" b="1" dirty="0" err="1"/>
              <a:t>Seaborn</a:t>
            </a:r>
            <a:r>
              <a:rPr sz="1600" b="1" dirty="0"/>
              <a:t> — </a:t>
            </a:r>
            <a:r>
              <a:rPr sz="1600" b="0" dirty="0"/>
              <a:t>all charts and visualizations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dirty="0" err="1"/>
              <a:t>SciPy</a:t>
            </a:r>
            <a:r>
              <a:rPr sz="1600" b="1" dirty="0"/>
              <a:t> — </a:t>
            </a:r>
            <a:r>
              <a:rPr sz="1600" b="0" dirty="0"/>
              <a:t>statistical hypothesis testing (t-test, chi-square test)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dirty="0" err="1"/>
              <a:t>Statsmodels</a:t>
            </a:r>
            <a:r>
              <a:rPr sz="1600" b="1" dirty="0"/>
              <a:t> — </a:t>
            </a:r>
            <a:r>
              <a:rPr sz="1600" b="0" dirty="0"/>
              <a:t>Poisson Regression model for count data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dirty="0" err="1"/>
              <a:t>Scikit</a:t>
            </a:r>
            <a:r>
              <a:rPr sz="1600" b="1" dirty="0"/>
              <a:t>-learn — </a:t>
            </a:r>
            <a:r>
              <a:rPr sz="1600" b="0" dirty="0"/>
              <a:t>Random Forest regression, train/test split &amp; evaluation metrics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lang="en-US" sz="1600" b="1" dirty="0" smtClean="0"/>
              <a:t>VS Code</a:t>
            </a:r>
            <a:r>
              <a:rPr sz="1600" b="1" dirty="0" smtClean="0"/>
              <a:t> </a:t>
            </a:r>
            <a:r>
              <a:rPr sz="1600" b="1" dirty="0"/>
              <a:t>— </a:t>
            </a:r>
            <a:r>
              <a:rPr sz="1600" b="0" dirty="0"/>
              <a:t>end-to-end analysis environment</a:t>
            </a:r>
          </a:p>
        </p:txBody>
      </p:sp>
      <p:sp>
        <p:nvSpPr>
          <p:cNvPr id="9" name="Title 8">
            <a:extLst>
              <a:ext uri="{FF2B5EF4-FFF2-40B4-BE49-F238E27FC236}">
                <a16:creationId xmlns=""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6263640" y="1051560"/>
            <a:ext cx="5440680" cy="411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638040" y="6167120"/>
            <a:ext cx="9155663" cy="30480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https://chitranjan-7-8-6.github.io/HealthCare_Analytics_for_Doctor_Visit_Analysis/</a:t>
            </a:r>
          </a:p>
          <a:p>
            <a:endParaRPr lang="en-IN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41" y="1331494"/>
            <a:ext cx="9155663" cy="450783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585411" y="1051560"/>
            <a:ext cx="4133247" cy="41148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800" b="1" dirty="0"/>
              <a:t>Doctor Visits Distribution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6263640" y="1051560"/>
            <a:ext cx="5440680" cy="411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826168" y="6110438"/>
            <a:ext cx="8317832" cy="30480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https://chitranjan-7-8-6.github.io/HealthCare_Analytics_for_Doctor_Visit_Analysis/</a:t>
            </a:r>
          </a:p>
          <a:p>
            <a:endParaRPr lang="en-IN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68" y="1692442"/>
            <a:ext cx="8317831" cy="41148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4015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585411" y="1051560"/>
            <a:ext cx="4133247" cy="41148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 smtClean="0"/>
              <a:t>Bivariate Analysis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6263640" y="1051560"/>
            <a:ext cx="5440680" cy="411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826168" y="6167120"/>
            <a:ext cx="8317832" cy="30480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https://chitranjan-7-8-6.github.io/HealthCare_Analytics_for_Doctor_Visit_Analysis/</a:t>
            </a:r>
          </a:p>
          <a:p>
            <a:endParaRPr lang="en-IN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68" y="1660358"/>
            <a:ext cx="8317831" cy="419501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198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6263640" y="1051560"/>
            <a:ext cx="5440680" cy="411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675958" y="6110438"/>
            <a:ext cx="8468042" cy="30480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https://chitranjan-7-8-6.github.io/HealthCare_Analytics_for_Doctor_Visit_Analysis/</a:t>
            </a:r>
          </a:p>
          <a:p>
            <a:endParaRPr lang="en-IN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58" y="1257300"/>
            <a:ext cx="8468042" cy="459806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0681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6263640" y="1051560"/>
            <a:ext cx="5440680" cy="411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675957" y="6174339"/>
            <a:ext cx="8468043" cy="30480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https://chitranjan-7-8-6.github.io/HealthCare_Analytics_for_Doctor_Visit_Analysis/</a:t>
            </a:r>
          </a:p>
          <a:p>
            <a:endParaRPr lang="en-IN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57" y="1257300"/>
            <a:ext cx="8468043" cy="459806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3724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6263640" y="1051560"/>
            <a:ext cx="5440680" cy="411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826168" y="6167120"/>
            <a:ext cx="8317831" cy="3048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https://chitranjan-7-8-6.github.io/HealthCare_Analytics_for_Doctor_Visit_Analysis/</a:t>
            </a: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68" y="1387642"/>
            <a:ext cx="8317831" cy="442762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198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087" y="872290"/>
            <a:ext cx="5438995" cy="700114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err="1" smtClean="0">
                <a:solidFill>
                  <a:schemeClr val="tx1"/>
                </a:solidFill>
              </a:rPr>
              <a:t>Github</a:t>
            </a:r>
            <a:r>
              <a:rPr lang="en-US" sz="4800" b="1" dirty="0" smtClean="0">
                <a:solidFill>
                  <a:schemeClr val="tx1"/>
                </a:solidFill>
              </a:rPr>
              <a:t> Link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=""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=""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=""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=""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=""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38231" y="2253916"/>
            <a:ext cx="888328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https://chitranjan-7-8-6.github.io/HealthCare_Analytics_for_Doctor_Visit_Analysis/</a:t>
            </a:r>
          </a:p>
        </p:txBody>
      </p:sp>
    </p:spTree>
    <p:extLst>
      <p:ext uri="{BB962C8B-B14F-4D97-AF65-F5344CB8AC3E}">
        <p14:creationId xmlns:p14="http://schemas.microsoft.com/office/powerpoint/2010/main" val="4359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1" grpId="0" build="p"/>
      <p:bldP spid="17" grpId="0"/>
      <p:bldP spid="23" grpId="0"/>
      <p:bldP spid="30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=""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=""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=""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=""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=""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=""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584</TotalTime>
  <Words>438</Words>
  <Application>Microsoft Office PowerPoint</Application>
  <PresentationFormat>Custom</PresentationFormat>
  <Paragraphs>49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Facet</vt:lpstr>
      <vt:lpstr>Healthcare Analytics for Doctor Visits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Github Link</vt:lpstr>
      <vt:lpstr>Thank you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Neeraj Patel</cp:lastModifiedBy>
  <cp:revision>84</cp:revision>
  <dcterms:created xsi:type="dcterms:W3CDTF">2021-07-11T13:13:15Z</dcterms:created>
  <dcterms:modified xsi:type="dcterms:W3CDTF">2026-09-20T12:28:30Z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